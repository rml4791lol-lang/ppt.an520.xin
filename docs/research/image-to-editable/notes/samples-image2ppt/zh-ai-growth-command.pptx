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5294" cy="6858000"/>
  <p:notesSz cx="6858000" cy="1218529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"/>
            <a:ext cx="12185294" cy="6857872"/>
          </a:xfrm>
          <a:prstGeom prst="rect">
            <a:avLst/>
          </a:prstGeom>
        </p:spPr>
      </p:pic>
      <p:pic>
        <p:nvPicPr>
          <p:cNvPr id="3" name="Image 1" descr="contain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26" y="2485223"/>
            <a:ext cx="2521598" cy="1975009"/>
          </a:xfrm>
          <a:prstGeom prst="rect">
            <a:avLst/>
          </a:prstGeom>
        </p:spPr>
      </p:pic>
      <p:pic>
        <p:nvPicPr>
          <p:cNvPr id="4" name="Image 2" descr="contain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647" y="2485223"/>
            <a:ext cx="2426856" cy="1967721"/>
          </a:xfrm>
          <a:prstGeom prst="rect">
            <a:avLst/>
          </a:prstGeom>
        </p:spPr>
      </p:pic>
      <p:pic>
        <p:nvPicPr>
          <p:cNvPr id="5" name="Image 3" descr="contain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1731" y="2485223"/>
            <a:ext cx="2346689" cy="1960433"/>
          </a:xfrm>
          <a:prstGeom prst="rect">
            <a:avLst/>
          </a:prstGeom>
        </p:spPr>
      </p:pic>
      <p:pic>
        <p:nvPicPr>
          <p:cNvPr id="6" name="Image 4" descr="contain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168" y="4861064"/>
            <a:ext cx="3673079" cy="1209784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546589" y="4875639"/>
            <a:ext cx="3680367" cy="1180633"/>
          </a:xfrm>
          <a:prstGeom prst="roundRect">
            <a:avLst>
              <a:gd name="adj" fmla="val 6323"/>
            </a:avLst>
          </a:prstGeom>
          <a:solidFill>
            <a:srgbClr val="001334"/>
          </a:solidFill>
          <a:ln w="12700">
            <a:solidFill>
              <a:srgbClr val="001334">
                <a:alpha val="0"/>
              </a:srgbClr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8388322" y="4882927"/>
            <a:ext cx="3279535" cy="1166057"/>
          </a:xfrm>
          <a:prstGeom prst="roundRect">
            <a:avLst>
              <a:gd name="adj" fmla="val 5777"/>
            </a:avLst>
          </a:prstGeom>
          <a:solidFill>
            <a:srgbClr val="000F2C"/>
          </a:solidFill>
          <a:ln w="14605">
            <a:solidFill>
              <a:srgbClr val="153677"/>
            </a:solidFill>
            <a:prstDash val="solid"/>
          </a:ln>
        </p:spPr>
      </p:sp>
      <p:pic>
        <p:nvPicPr>
          <p:cNvPr id="9" name="Image 5" descr="contain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0335" y="1042227"/>
            <a:ext cx="3039036" cy="1180633"/>
          </a:xfrm>
          <a:prstGeom prst="rect">
            <a:avLst/>
          </a:prstGeom>
        </p:spPr>
      </p:pic>
      <p:pic>
        <p:nvPicPr>
          <p:cNvPr id="10" name="Image 6" descr="contain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0335" y="2310314"/>
            <a:ext cx="3039036" cy="1166057"/>
          </a:xfrm>
          <a:prstGeom prst="rect">
            <a:avLst/>
          </a:prstGeom>
        </p:spPr>
      </p:pic>
      <p:pic>
        <p:nvPicPr>
          <p:cNvPr id="11" name="Image 7" descr="contain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0335" y="3585689"/>
            <a:ext cx="3039036" cy="1144193"/>
          </a:xfrm>
          <a:prstGeom prst="rect">
            <a:avLst/>
          </a:prstGeom>
        </p:spPr>
      </p:pic>
      <p:pic>
        <p:nvPicPr>
          <p:cNvPr id="12" name="Image 8" descr="contain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3146" y="5072411"/>
            <a:ext cx="1566889" cy="867255"/>
          </a:xfrm>
          <a:prstGeom prst="rect">
            <a:avLst/>
          </a:prstGeom>
        </p:spPr>
      </p:pic>
      <p:pic>
        <p:nvPicPr>
          <p:cNvPr id="13" name="Image 9" descr="containe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5325" y="5079699"/>
            <a:ext cx="1530450" cy="852679"/>
          </a:xfrm>
          <a:prstGeom prst="rect">
            <a:avLst/>
          </a:prstGeom>
        </p:spPr>
      </p:pic>
      <p:pic>
        <p:nvPicPr>
          <p:cNvPr id="14" name="Image 10" descr="containe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4695" y="5086987"/>
            <a:ext cx="1377405" cy="852679"/>
          </a:xfrm>
          <a:prstGeom prst="rect">
            <a:avLst/>
          </a:prstGeom>
        </p:spPr>
      </p:pic>
      <p:pic>
        <p:nvPicPr>
          <p:cNvPr id="15" name="Image 11" descr="containe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058" y="2601828"/>
            <a:ext cx="2208220" cy="524726"/>
          </a:xfrm>
          <a:prstGeom prst="rect">
            <a:avLst/>
          </a:prstGeom>
        </p:spPr>
      </p:pic>
      <p:pic>
        <p:nvPicPr>
          <p:cNvPr id="16" name="Image 12" descr="containe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2980" y="3199433"/>
            <a:ext cx="2091615" cy="532013"/>
          </a:xfrm>
          <a:prstGeom prst="rect">
            <a:avLst/>
          </a:prstGeom>
        </p:spPr>
      </p:pic>
      <p:sp>
        <p:nvSpPr>
          <p:cNvPr id="17" name="Shape 2"/>
          <p:cNvSpPr/>
          <p:nvPr/>
        </p:nvSpPr>
        <p:spPr>
          <a:xfrm>
            <a:off x="699634" y="3804325"/>
            <a:ext cx="2171781" cy="502862"/>
          </a:xfrm>
          <a:prstGeom prst="roundRect">
            <a:avLst>
              <a:gd name="adj" fmla="val 4948"/>
            </a:avLst>
          </a:prstGeom>
          <a:solidFill>
            <a:srgbClr val="011941"/>
          </a:solidFill>
          <a:ln w="12700">
            <a:solidFill>
              <a:srgbClr val="011941">
                <a:alpha val="0"/>
              </a:srgbClr>
            </a:solidFill>
            <a:prstDash val="solid"/>
          </a:ln>
        </p:spPr>
      </p:sp>
      <p:sp>
        <p:nvSpPr>
          <p:cNvPr id="18" name="Shape 3"/>
          <p:cNvSpPr/>
          <p:nvPr/>
        </p:nvSpPr>
        <p:spPr>
          <a:xfrm>
            <a:off x="699634" y="3221296"/>
            <a:ext cx="2171781" cy="480998"/>
          </a:xfrm>
          <a:prstGeom prst="rect">
            <a:avLst/>
          </a:prstGeom>
          <a:solidFill>
            <a:srgbClr val="001840"/>
          </a:solidFill>
          <a:ln w="12700">
            <a:solidFill>
              <a:srgbClr val="001840">
                <a:alpha val="0"/>
              </a:srgbClr>
            </a:solidFill>
            <a:prstDash val="solid"/>
          </a:ln>
        </p:spPr>
      </p:sp>
      <p:sp>
        <p:nvSpPr>
          <p:cNvPr id="19" name="Shape 4"/>
          <p:cNvSpPr/>
          <p:nvPr/>
        </p:nvSpPr>
        <p:spPr>
          <a:xfrm>
            <a:off x="6274844" y="2630980"/>
            <a:ext cx="2047887" cy="488286"/>
          </a:xfrm>
          <a:prstGeom prst="roundRect">
            <a:avLst>
              <a:gd name="adj" fmla="val 5096"/>
            </a:avLst>
          </a:prstGeom>
          <a:solidFill>
            <a:srgbClr val="001736"/>
          </a:solidFill>
          <a:ln w="12700">
            <a:solidFill>
              <a:srgbClr val="001736">
                <a:alpha val="0"/>
              </a:srgbClr>
            </a:solidFill>
            <a:prstDash val="solid"/>
          </a:ln>
        </p:spPr>
      </p:sp>
      <p:sp>
        <p:nvSpPr>
          <p:cNvPr id="20" name="Shape 5"/>
          <p:cNvSpPr/>
          <p:nvPr/>
        </p:nvSpPr>
        <p:spPr>
          <a:xfrm>
            <a:off x="6274844" y="3811612"/>
            <a:ext cx="2047887" cy="488286"/>
          </a:xfrm>
          <a:prstGeom prst="roundRect">
            <a:avLst>
              <a:gd name="adj" fmla="val 5096"/>
            </a:avLst>
          </a:prstGeom>
          <a:solidFill>
            <a:srgbClr val="001837"/>
          </a:solidFill>
          <a:ln w="12700">
            <a:solidFill>
              <a:srgbClr val="001837">
                <a:alpha val="0"/>
              </a:srgbClr>
            </a:solidFill>
            <a:prstDash val="solid"/>
          </a:ln>
        </p:spPr>
      </p:sp>
      <p:sp>
        <p:nvSpPr>
          <p:cNvPr id="21" name="Shape 6"/>
          <p:cNvSpPr/>
          <p:nvPr/>
        </p:nvSpPr>
        <p:spPr>
          <a:xfrm>
            <a:off x="3651216" y="3214008"/>
            <a:ext cx="1953145" cy="502862"/>
          </a:xfrm>
          <a:prstGeom prst="roundRect">
            <a:avLst>
              <a:gd name="adj" fmla="val 4948"/>
            </a:avLst>
          </a:prstGeom>
          <a:solidFill>
            <a:srgbClr val="00163B"/>
          </a:solidFill>
          <a:ln w="12700">
            <a:solidFill>
              <a:srgbClr val="00163B">
                <a:alpha val="0"/>
              </a:srgbClr>
            </a:solidFill>
            <a:prstDash val="solid"/>
          </a:ln>
        </p:spPr>
      </p:sp>
      <p:sp>
        <p:nvSpPr>
          <p:cNvPr id="22" name="Shape 7"/>
          <p:cNvSpPr/>
          <p:nvPr/>
        </p:nvSpPr>
        <p:spPr>
          <a:xfrm>
            <a:off x="3651216" y="2638268"/>
            <a:ext cx="1953145" cy="480998"/>
          </a:xfrm>
          <a:prstGeom prst="rect">
            <a:avLst/>
          </a:prstGeom>
          <a:solidFill>
            <a:srgbClr val="00163B"/>
          </a:solidFill>
          <a:ln w="12700">
            <a:solidFill>
              <a:srgbClr val="00163B">
                <a:alpha val="0"/>
              </a:srgbClr>
            </a:solidFill>
            <a:prstDash val="solid"/>
          </a:ln>
        </p:spPr>
      </p:sp>
      <p:sp>
        <p:nvSpPr>
          <p:cNvPr id="23" name="Shape 8"/>
          <p:cNvSpPr/>
          <p:nvPr/>
        </p:nvSpPr>
        <p:spPr>
          <a:xfrm>
            <a:off x="3651216" y="3811612"/>
            <a:ext cx="1953145" cy="480998"/>
          </a:xfrm>
          <a:prstGeom prst="rect">
            <a:avLst/>
          </a:prstGeom>
          <a:solidFill>
            <a:srgbClr val="00163B"/>
          </a:solidFill>
          <a:ln w="12700">
            <a:solidFill>
              <a:srgbClr val="00163B">
                <a:alpha val="0"/>
              </a:srgbClr>
            </a:solidFill>
            <a:prstDash val="solid"/>
          </a:ln>
        </p:spPr>
      </p:sp>
      <p:sp>
        <p:nvSpPr>
          <p:cNvPr id="24" name="Shape 9"/>
          <p:cNvSpPr/>
          <p:nvPr/>
        </p:nvSpPr>
        <p:spPr>
          <a:xfrm>
            <a:off x="830816" y="2200996"/>
            <a:ext cx="1909418" cy="298802"/>
          </a:xfrm>
          <a:prstGeom prst="roundRect">
            <a:avLst/>
          </a:prstGeom>
          <a:solidFill>
            <a:srgbClr val="1267E8"/>
          </a:solidFill>
          <a:ln w="12700">
            <a:solidFill>
              <a:srgbClr val="1267E8">
                <a:alpha val="0"/>
              </a:srgbClr>
            </a:solidFill>
            <a:prstDash val="solid"/>
          </a:ln>
        </p:spPr>
      </p:sp>
      <p:sp>
        <p:nvSpPr>
          <p:cNvPr id="25" name="Shape 10"/>
          <p:cNvSpPr/>
          <p:nvPr/>
        </p:nvSpPr>
        <p:spPr>
          <a:xfrm>
            <a:off x="6376874" y="2215572"/>
            <a:ext cx="1792812" cy="284226"/>
          </a:xfrm>
          <a:prstGeom prst="roundRect">
            <a:avLst/>
          </a:prstGeom>
          <a:solidFill>
            <a:srgbClr val="08A7BA"/>
          </a:solidFill>
          <a:ln w="12700">
            <a:solidFill>
              <a:srgbClr val="08A7BA">
                <a:alpha val="0"/>
              </a:srgbClr>
            </a:solidFill>
            <a:prstDash val="solid"/>
          </a:ln>
        </p:spPr>
      </p:sp>
      <p:sp>
        <p:nvSpPr>
          <p:cNvPr id="26" name="Shape 11"/>
          <p:cNvSpPr/>
          <p:nvPr/>
        </p:nvSpPr>
        <p:spPr>
          <a:xfrm>
            <a:off x="3767821" y="2215572"/>
            <a:ext cx="1756373" cy="284226"/>
          </a:xfrm>
          <a:prstGeom prst="roundRect">
            <a:avLst/>
          </a:prstGeom>
          <a:solidFill>
            <a:srgbClr val="3038C4"/>
          </a:solidFill>
          <a:ln w="12700">
            <a:solidFill>
              <a:srgbClr val="3038C4">
                <a:alpha val="0"/>
              </a:srgbClr>
            </a:solidFill>
            <a:prstDash val="solid"/>
          </a:ln>
        </p:spPr>
      </p:sp>
      <p:pic>
        <p:nvPicPr>
          <p:cNvPr id="27" name="Image 13" descr="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2346" y="5086987"/>
            <a:ext cx="816240" cy="765225"/>
          </a:xfrm>
          <a:prstGeom prst="rect">
            <a:avLst/>
          </a:prstGeom>
        </p:spPr>
      </p:pic>
      <p:pic>
        <p:nvPicPr>
          <p:cNvPr id="28" name="Image 14" descr="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34079" y="5086987"/>
            <a:ext cx="663195" cy="772513"/>
          </a:xfrm>
          <a:prstGeom prst="rect">
            <a:avLst/>
          </a:prstGeom>
        </p:spPr>
      </p:pic>
      <p:pic>
        <p:nvPicPr>
          <p:cNvPr id="29" name="Image 15" descr="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2346" y="3192145"/>
            <a:ext cx="641331" cy="532013"/>
          </a:xfrm>
          <a:prstGeom prst="rect">
            <a:avLst/>
          </a:prstGeom>
        </p:spPr>
      </p:pic>
      <p:pic>
        <p:nvPicPr>
          <p:cNvPr id="30" name="Image 16" descr="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2346" y="3797037"/>
            <a:ext cx="648619" cy="524726"/>
          </a:xfrm>
          <a:prstGeom prst="rect">
            <a:avLst/>
          </a:prstGeom>
        </p:spPr>
      </p:pic>
      <p:pic>
        <p:nvPicPr>
          <p:cNvPr id="31" name="Image 17" descr="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22064" y="3199433"/>
            <a:ext cx="626756" cy="532013"/>
          </a:xfrm>
          <a:prstGeom prst="rect">
            <a:avLst/>
          </a:prstGeom>
        </p:spPr>
      </p:pic>
      <p:pic>
        <p:nvPicPr>
          <p:cNvPr id="32" name="Image 18" descr="icon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29352" y="3797037"/>
            <a:ext cx="619468" cy="532013"/>
          </a:xfrm>
          <a:prstGeom prst="rect">
            <a:avLst/>
          </a:prstGeom>
        </p:spPr>
      </p:pic>
      <p:pic>
        <p:nvPicPr>
          <p:cNvPr id="33" name="Image 19" descr="icon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60268" y="3789749"/>
            <a:ext cx="604892" cy="539301"/>
          </a:xfrm>
          <a:prstGeom prst="rect">
            <a:avLst/>
          </a:prstGeom>
        </p:spPr>
      </p:pic>
      <p:pic>
        <p:nvPicPr>
          <p:cNvPr id="34" name="Image 20" descr="icon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29352" y="2609116"/>
            <a:ext cx="612180" cy="524726"/>
          </a:xfrm>
          <a:prstGeom prst="rect">
            <a:avLst/>
          </a:prstGeom>
        </p:spPr>
      </p:pic>
      <p:pic>
        <p:nvPicPr>
          <p:cNvPr id="35" name="Image 21" descr="icon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52980" y="2609116"/>
            <a:ext cx="612180" cy="517438"/>
          </a:xfrm>
          <a:prstGeom prst="rect">
            <a:avLst/>
          </a:prstGeom>
        </p:spPr>
      </p:pic>
      <p:sp>
        <p:nvSpPr>
          <p:cNvPr id="36" name="Shape 12"/>
          <p:cNvSpPr/>
          <p:nvPr/>
        </p:nvSpPr>
        <p:spPr>
          <a:xfrm>
            <a:off x="8223644" y="5325018"/>
            <a:ext cx="82167" cy="174434"/>
          </a:xfrm>
          <a:custGeom>
            <a:avLst/>
            <a:gdLst/>
            <a:ahLst/>
            <a:cxnLst/>
            <a:rect l="l" t="t" r="r" b="b"/>
            <a:pathLst>
              <a:path w="82167" h="174434">
                <a:moveTo>
                  <a:pt x="4192" y="0"/>
                </a:moveTo>
                <a:lnTo>
                  <a:pt x="82167" y="92267"/>
                </a:lnTo>
                <a:lnTo>
                  <a:pt x="0" y="174434"/>
                </a:lnTo>
              </a:path>
            </a:pathLst>
          </a:custGeom>
          <a:noFill/>
          <a:ln w="28949">
            <a:solidFill>
              <a:srgbClr val="57ADF1"/>
            </a:solidFill>
            <a:prstDash val="solid"/>
          </a:ln>
        </p:spPr>
      </p:sp>
      <p:sp>
        <p:nvSpPr>
          <p:cNvPr id="37" name="Shape 13"/>
          <p:cNvSpPr/>
          <p:nvPr/>
        </p:nvSpPr>
        <p:spPr>
          <a:xfrm>
            <a:off x="4322507" y="5328295"/>
            <a:ext cx="83002" cy="166004"/>
          </a:xfrm>
          <a:custGeom>
            <a:avLst/>
            <a:gdLst/>
            <a:ahLst/>
            <a:cxnLst/>
            <a:rect l="l" t="t" r="r" b="b"/>
            <a:pathLst>
              <a:path w="83002" h="166004">
                <a:moveTo>
                  <a:pt x="0" y="0"/>
                </a:moveTo>
                <a:lnTo>
                  <a:pt x="83002" y="83002"/>
                </a:lnTo>
                <a:lnTo>
                  <a:pt x="0" y="166004"/>
                </a:lnTo>
              </a:path>
            </a:pathLst>
          </a:custGeom>
          <a:noFill/>
          <a:ln w="28949">
            <a:solidFill>
              <a:srgbClr val="5BB0F4"/>
            </a:solidFill>
            <a:prstDash val="solid"/>
          </a:ln>
        </p:spPr>
      </p:sp>
      <p:sp>
        <p:nvSpPr>
          <p:cNvPr id="38" name="Text 14"/>
          <p:cNvSpPr txBox="1"/>
          <p:nvPr/>
        </p:nvSpPr>
        <p:spPr>
          <a:xfrm>
            <a:off x="1785525" y="1020227"/>
            <a:ext cx="3797246" cy="729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4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AI增长作战室</a:t>
            </a:r>
            <a:endParaRPr lang="en-US" sz="4540" dirty="0"/>
          </a:p>
        </p:txBody>
      </p:sp>
      <p:sp>
        <p:nvSpPr>
          <p:cNvPr id="39" name="Text 15"/>
          <p:cNvSpPr txBox="1"/>
          <p:nvPr/>
        </p:nvSpPr>
        <p:spPr>
          <a:xfrm>
            <a:off x="1843827" y="1749013"/>
            <a:ext cx="2784234" cy="3282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1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从用户反馈到可执行页面</a:t>
            </a:r>
            <a:endParaRPr lang="en-US" sz="1810" dirty="0"/>
          </a:p>
        </p:txBody>
      </p:sp>
      <p:sp>
        <p:nvSpPr>
          <p:cNvPr id="40" name="Text 16"/>
          <p:cNvSpPr txBox="1"/>
          <p:nvPr/>
        </p:nvSpPr>
        <p:spPr>
          <a:xfrm>
            <a:off x="1552176" y="2215435"/>
            <a:ext cx="524999" cy="291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1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510" dirty="0"/>
          </a:p>
        </p:txBody>
      </p:sp>
      <p:sp>
        <p:nvSpPr>
          <p:cNvPr id="41" name="Text 17"/>
          <p:cNvSpPr txBox="1"/>
          <p:nvPr/>
        </p:nvSpPr>
        <p:spPr>
          <a:xfrm>
            <a:off x="4336137" y="2222723"/>
            <a:ext cx="692620" cy="291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1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</a:t>
            </a:r>
            <a:endParaRPr lang="en-US" sz="1510" dirty="0"/>
          </a:p>
        </p:txBody>
      </p:sp>
      <p:sp>
        <p:nvSpPr>
          <p:cNvPr id="42" name="Text 18"/>
          <p:cNvSpPr txBox="1"/>
          <p:nvPr/>
        </p:nvSpPr>
        <p:spPr>
          <a:xfrm>
            <a:off x="7054507" y="2208147"/>
            <a:ext cx="495848" cy="299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1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510" dirty="0"/>
          </a:p>
        </p:txBody>
      </p:sp>
      <p:sp>
        <p:nvSpPr>
          <p:cNvPr id="43" name="Text 19"/>
          <p:cNvSpPr txBox="1"/>
          <p:nvPr/>
        </p:nvSpPr>
        <p:spPr>
          <a:xfrm>
            <a:off x="1537738" y="2725585"/>
            <a:ext cx="874816" cy="277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</a:t>
            </a:r>
            <a:endParaRPr lang="en-US" sz="1420" dirty="0"/>
          </a:p>
        </p:txBody>
      </p:sp>
      <p:sp>
        <p:nvSpPr>
          <p:cNvPr id="44" name="Text 20"/>
          <p:cNvSpPr txBox="1"/>
          <p:nvPr/>
        </p:nvSpPr>
        <p:spPr>
          <a:xfrm>
            <a:off x="1559601" y="3315902"/>
            <a:ext cx="860240" cy="28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行为数据</a:t>
            </a:r>
            <a:endParaRPr lang="en-US" sz="1420" dirty="0"/>
          </a:p>
        </p:txBody>
      </p:sp>
      <p:sp>
        <p:nvSpPr>
          <p:cNvPr id="45" name="Text 21"/>
          <p:cNvSpPr txBox="1"/>
          <p:nvPr/>
        </p:nvSpPr>
        <p:spPr>
          <a:xfrm>
            <a:off x="1559601" y="3913506"/>
            <a:ext cx="852953" cy="28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市场信号</a:t>
            </a:r>
            <a:endParaRPr lang="en-US" sz="1420" dirty="0"/>
          </a:p>
        </p:txBody>
      </p:sp>
      <p:sp>
        <p:nvSpPr>
          <p:cNvPr id="46" name="Text 22"/>
          <p:cNvSpPr txBox="1"/>
          <p:nvPr/>
        </p:nvSpPr>
        <p:spPr>
          <a:xfrm>
            <a:off x="4525622" y="2732873"/>
            <a:ext cx="466696" cy="277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1340" dirty="0"/>
          </a:p>
        </p:txBody>
      </p:sp>
      <p:sp>
        <p:nvSpPr>
          <p:cNvPr id="47" name="Text 23"/>
          <p:cNvSpPr txBox="1"/>
          <p:nvPr/>
        </p:nvSpPr>
        <p:spPr>
          <a:xfrm>
            <a:off x="4525622" y="3330477"/>
            <a:ext cx="452120" cy="28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340" dirty="0"/>
          </a:p>
        </p:txBody>
      </p:sp>
      <p:sp>
        <p:nvSpPr>
          <p:cNvPr id="48" name="Text 24"/>
          <p:cNvSpPr txBox="1"/>
          <p:nvPr/>
        </p:nvSpPr>
        <p:spPr>
          <a:xfrm>
            <a:off x="4489182" y="3928081"/>
            <a:ext cx="641605" cy="2699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1340" dirty="0"/>
          </a:p>
        </p:txBody>
      </p:sp>
      <p:sp>
        <p:nvSpPr>
          <p:cNvPr id="49" name="Text 25"/>
          <p:cNvSpPr txBox="1"/>
          <p:nvPr/>
        </p:nvSpPr>
        <p:spPr>
          <a:xfrm>
            <a:off x="7047356" y="2732873"/>
            <a:ext cx="648893" cy="2699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需求池</a:t>
            </a:r>
            <a:endParaRPr lang="en-US" sz="1340" dirty="0"/>
          </a:p>
        </p:txBody>
      </p:sp>
      <p:sp>
        <p:nvSpPr>
          <p:cNvPr id="50" name="Text 26"/>
          <p:cNvSpPr txBox="1"/>
          <p:nvPr/>
        </p:nvSpPr>
        <p:spPr>
          <a:xfrm>
            <a:off x="7061932" y="3330477"/>
            <a:ext cx="801938" cy="28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实验方案</a:t>
            </a:r>
            <a:endParaRPr lang="en-US" sz="1340" dirty="0"/>
          </a:p>
        </p:txBody>
      </p:sp>
      <p:sp>
        <p:nvSpPr>
          <p:cNvPr id="51" name="Text 27"/>
          <p:cNvSpPr txBox="1"/>
          <p:nvPr/>
        </p:nvSpPr>
        <p:spPr>
          <a:xfrm>
            <a:off x="7040068" y="3928081"/>
            <a:ext cx="823801" cy="277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复盘报告</a:t>
            </a:r>
            <a:endParaRPr lang="en-US" sz="1340" dirty="0"/>
          </a:p>
        </p:txBody>
      </p:sp>
      <p:sp>
        <p:nvSpPr>
          <p:cNvPr id="52" name="Text 28"/>
          <p:cNvSpPr txBox="1"/>
          <p:nvPr/>
        </p:nvSpPr>
        <p:spPr>
          <a:xfrm>
            <a:off x="1632480" y="5108714"/>
            <a:ext cx="896680" cy="291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</a:t>
            </a:r>
            <a:endParaRPr lang="en-US" sz="1470" dirty="0"/>
          </a:p>
        </p:txBody>
      </p:sp>
      <p:sp>
        <p:nvSpPr>
          <p:cNvPr id="53" name="Text 29"/>
          <p:cNvSpPr txBox="1"/>
          <p:nvPr/>
        </p:nvSpPr>
        <p:spPr>
          <a:xfrm>
            <a:off x="5429452" y="5123290"/>
            <a:ext cx="882104" cy="291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生成洞察</a:t>
            </a:r>
            <a:endParaRPr lang="en-US" sz="1470" dirty="0"/>
          </a:p>
        </p:txBody>
      </p:sp>
      <p:sp>
        <p:nvSpPr>
          <p:cNvPr id="54" name="Text 30"/>
          <p:cNvSpPr txBox="1"/>
          <p:nvPr/>
        </p:nvSpPr>
        <p:spPr>
          <a:xfrm>
            <a:off x="9292016" y="5145153"/>
            <a:ext cx="838377" cy="291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快速行动</a:t>
            </a:r>
            <a:endParaRPr lang="en-US" sz="1470" dirty="0"/>
          </a:p>
        </p:txBody>
      </p:sp>
      <p:sp>
        <p:nvSpPr>
          <p:cNvPr id="55" name="Text 31"/>
          <p:cNvSpPr txBox="1"/>
          <p:nvPr/>
        </p:nvSpPr>
        <p:spPr>
          <a:xfrm>
            <a:off x="9168122" y="1231575"/>
            <a:ext cx="809225" cy="277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本周转化</a:t>
            </a:r>
            <a:endParaRPr lang="en-US" sz="1310" dirty="0"/>
          </a:p>
        </p:txBody>
      </p:sp>
      <p:sp>
        <p:nvSpPr>
          <p:cNvPr id="56" name="Text 32"/>
          <p:cNvSpPr txBox="1"/>
          <p:nvPr/>
        </p:nvSpPr>
        <p:spPr>
          <a:xfrm>
            <a:off x="9131683" y="1581392"/>
            <a:ext cx="1180906" cy="4302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40" b="1" dirty="0">
                <a:solidFill>
                  <a:srgbClr val="48C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</a:t>
            </a:r>
            <a:pPr algn="l" indent="0" marL="0">
              <a:buNone/>
            </a:pPr>
            <a:r>
              <a:rPr lang="en-US" sz="1690" b="1" dirty="0">
                <a:solidFill>
                  <a:srgbClr val="52C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640" dirty="0"/>
          </a:p>
        </p:txBody>
      </p:sp>
      <p:sp>
        <p:nvSpPr>
          <p:cNvPr id="57" name="Text 33"/>
          <p:cNvSpPr txBox="1"/>
          <p:nvPr/>
        </p:nvSpPr>
        <p:spPr>
          <a:xfrm>
            <a:off x="9182698" y="2514237"/>
            <a:ext cx="780074" cy="2699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响应时间</a:t>
            </a:r>
            <a:endParaRPr lang="en-US" sz="1310" dirty="0"/>
          </a:p>
        </p:txBody>
      </p:sp>
      <p:sp>
        <p:nvSpPr>
          <p:cNvPr id="58" name="Text 34"/>
          <p:cNvSpPr txBox="1"/>
          <p:nvPr/>
        </p:nvSpPr>
        <p:spPr>
          <a:xfrm>
            <a:off x="9138971" y="2820327"/>
            <a:ext cx="1129891" cy="488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40" b="1" dirty="0">
                <a:solidFill>
                  <a:srgbClr val="4CC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-32</a:t>
            </a:r>
            <a:pPr algn="l" indent="0" marL="0">
              <a:buNone/>
            </a:pPr>
            <a:r>
              <a:rPr lang="en-US" sz="1590" b="1" dirty="0">
                <a:solidFill>
                  <a:srgbClr val="54C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640" dirty="0"/>
          </a:p>
        </p:txBody>
      </p:sp>
      <p:sp>
        <p:nvSpPr>
          <p:cNvPr id="59" name="Text 35"/>
          <p:cNvSpPr txBox="1"/>
          <p:nvPr/>
        </p:nvSpPr>
        <p:spPr>
          <a:xfrm>
            <a:off x="9168122" y="3760461"/>
            <a:ext cx="969558" cy="277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F5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高价值线索</a:t>
            </a:r>
            <a:endParaRPr lang="en-US" sz="1310" dirty="0"/>
          </a:p>
        </p:txBody>
      </p:sp>
      <p:sp>
        <p:nvSpPr>
          <p:cNvPr id="60" name="Text 36"/>
          <p:cNvSpPr txBox="1"/>
          <p:nvPr/>
        </p:nvSpPr>
        <p:spPr>
          <a:xfrm>
            <a:off x="9117107" y="4059263"/>
            <a:ext cx="925831" cy="495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40" b="1" dirty="0">
                <a:solidFill>
                  <a:srgbClr val="4CC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</a:t>
            </a:r>
            <a:endParaRPr lang="en-US" sz="2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2026-10-02T15:40:38Z</dcterms:created>
  <dcterms:modified xsi:type="dcterms:W3CDTF">2026-10-02T15:40:38Z</dcterms:modified>
</cp:coreProperties>
</file>